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96" y="1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an Ngo-Tran" userId="87de875dbe9bca84" providerId="LiveId" clId="{365426F9-E57A-448B-9110-0BD003D4A1A4}"/>
    <pc:docChg chg="undo custSel addSld modSld">
      <pc:chgData name="Luan Ngo-Tran" userId="87de875dbe9bca84" providerId="LiveId" clId="{365426F9-E57A-448B-9110-0BD003D4A1A4}" dt="2024-07-18T06:26:27.902" v="513" actId="20577"/>
      <pc:docMkLst>
        <pc:docMk/>
      </pc:docMkLst>
      <pc:sldChg chg="addSp modSp new mod modMedia setBg">
        <pc:chgData name="Luan Ngo-Tran" userId="87de875dbe9bca84" providerId="LiveId" clId="{365426F9-E57A-448B-9110-0BD003D4A1A4}" dt="2024-07-18T06:23:18.881" v="201" actId="20577"/>
        <pc:sldMkLst>
          <pc:docMk/>
          <pc:sldMk cId="1932372075" sldId="256"/>
        </pc:sldMkLst>
        <pc:spChg chg="mod">
          <ac:chgData name="Luan Ngo-Tran" userId="87de875dbe9bca84" providerId="LiveId" clId="{365426F9-E57A-448B-9110-0BD003D4A1A4}" dt="2024-07-18T06:21:10.746" v="112" actId="20577"/>
          <ac:spMkLst>
            <pc:docMk/>
            <pc:sldMk cId="1932372075" sldId="256"/>
            <ac:spMk id="2" creationId="{FF4CB194-0CB7-55C7-23A1-5918E8AC61F2}"/>
          </ac:spMkLst>
        </pc:spChg>
        <pc:spChg chg="mod">
          <ac:chgData name="Luan Ngo-Tran" userId="87de875dbe9bca84" providerId="LiveId" clId="{365426F9-E57A-448B-9110-0BD003D4A1A4}" dt="2024-07-18T06:23:18.881" v="201" actId="20577"/>
          <ac:spMkLst>
            <pc:docMk/>
            <pc:sldMk cId="1932372075" sldId="256"/>
            <ac:spMk id="3" creationId="{058DF253-2AE2-1D7A-B51B-B2CF58619BC3}"/>
          </ac:spMkLst>
        </pc:spChg>
        <pc:spChg chg="add">
          <ac:chgData name="Luan Ngo-Tran" userId="87de875dbe9bca84" providerId="LiveId" clId="{365426F9-E57A-448B-9110-0BD003D4A1A4}" dt="2024-07-18T06:20:32.148" v="87" actId="26606"/>
          <ac:spMkLst>
            <pc:docMk/>
            <pc:sldMk cId="1932372075" sldId="256"/>
            <ac:spMk id="9" creationId="{C1DD1A8A-57D5-4A81-AD04-532B043C5611}"/>
          </ac:spMkLst>
        </pc:spChg>
        <pc:spChg chg="add">
          <ac:chgData name="Luan Ngo-Tran" userId="87de875dbe9bca84" providerId="LiveId" clId="{365426F9-E57A-448B-9110-0BD003D4A1A4}" dt="2024-07-18T06:20:32.148" v="87" actId="26606"/>
          <ac:spMkLst>
            <pc:docMk/>
            <pc:sldMk cId="1932372075" sldId="256"/>
            <ac:spMk id="11" creationId="{007891EC-4501-44ED-A8C8-B11B6DB767AB}"/>
          </ac:spMkLst>
        </pc:spChg>
        <pc:picChg chg="add mod">
          <ac:chgData name="Luan Ngo-Tran" userId="87de875dbe9bca84" providerId="LiveId" clId="{365426F9-E57A-448B-9110-0BD003D4A1A4}" dt="2024-07-18T06:20:34.594" v="89"/>
          <ac:picMkLst>
            <pc:docMk/>
            <pc:sldMk cId="1932372075" sldId="256"/>
            <ac:picMk id="5" creationId="{A79E5BB6-0A90-782F-6814-496013BEEBA1}"/>
          </ac:picMkLst>
        </pc:picChg>
      </pc:sldChg>
      <pc:sldChg chg="addSp delSp modSp new mod modClrScheme chgLayout">
        <pc:chgData name="Luan Ngo-Tran" userId="87de875dbe9bca84" providerId="LiveId" clId="{365426F9-E57A-448B-9110-0BD003D4A1A4}" dt="2024-07-18T06:24:57.670" v="244" actId="20577"/>
        <pc:sldMkLst>
          <pc:docMk/>
          <pc:sldMk cId="2834710345" sldId="257"/>
        </pc:sldMkLst>
        <pc:spChg chg="del mod ord">
          <ac:chgData name="Luan Ngo-Tran" userId="87de875dbe9bca84" providerId="LiveId" clId="{365426F9-E57A-448B-9110-0BD003D4A1A4}" dt="2024-07-18T06:22:50.789" v="191" actId="700"/>
          <ac:spMkLst>
            <pc:docMk/>
            <pc:sldMk cId="2834710345" sldId="257"/>
            <ac:spMk id="2" creationId="{2257B89B-2431-02E9-EA6B-BAE48DED453C}"/>
          </ac:spMkLst>
        </pc:spChg>
        <pc:spChg chg="del mod ord">
          <ac:chgData name="Luan Ngo-Tran" userId="87de875dbe9bca84" providerId="LiveId" clId="{365426F9-E57A-448B-9110-0BD003D4A1A4}" dt="2024-07-18T06:22:50.789" v="191" actId="700"/>
          <ac:spMkLst>
            <pc:docMk/>
            <pc:sldMk cId="2834710345" sldId="257"/>
            <ac:spMk id="3" creationId="{5DDB2B91-7AFF-16ED-D9CB-1FB4C23BD19B}"/>
          </ac:spMkLst>
        </pc:spChg>
        <pc:spChg chg="add mod ord">
          <ac:chgData name="Luan Ngo-Tran" userId="87de875dbe9bca84" providerId="LiveId" clId="{365426F9-E57A-448B-9110-0BD003D4A1A4}" dt="2024-07-18T06:24:57.670" v="244" actId="20577"/>
          <ac:spMkLst>
            <pc:docMk/>
            <pc:sldMk cId="2834710345" sldId="257"/>
            <ac:spMk id="4" creationId="{269C42C2-D0F4-C2CF-919D-8E524829DA41}"/>
          </ac:spMkLst>
        </pc:spChg>
        <pc:spChg chg="add mod ord">
          <ac:chgData name="Luan Ngo-Tran" userId="87de875dbe9bca84" providerId="LiveId" clId="{365426F9-E57A-448B-9110-0BD003D4A1A4}" dt="2024-07-18T06:22:50.789" v="191" actId="700"/>
          <ac:spMkLst>
            <pc:docMk/>
            <pc:sldMk cId="2834710345" sldId="257"/>
            <ac:spMk id="5" creationId="{16CACB52-D324-BB30-BA29-053CE78B8D41}"/>
          </ac:spMkLst>
        </pc:spChg>
      </pc:sldChg>
      <pc:sldChg chg="modSp new mod">
        <pc:chgData name="Luan Ngo-Tran" userId="87de875dbe9bca84" providerId="LiveId" clId="{365426F9-E57A-448B-9110-0BD003D4A1A4}" dt="2024-07-18T06:25:54.625" v="392" actId="20577"/>
        <pc:sldMkLst>
          <pc:docMk/>
          <pc:sldMk cId="1455607191" sldId="258"/>
        </pc:sldMkLst>
        <pc:spChg chg="mod">
          <ac:chgData name="Luan Ngo-Tran" userId="87de875dbe9bca84" providerId="LiveId" clId="{365426F9-E57A-448B-9110-0BD003D4A1A4}" dt="2024-07-18T06:25:54.625" v="392" actId="20577"/>
          <ac:spMkLst>
            <pc:docMk/>
            <pc:sldMk cId="1455607191" sldId="258"/>
            <ac:spMk id="2" creationId="{3EAADC7E-6FAA-172E-1559-FE1F153BBB75}"/>
          </ac:spMkLst>
        </pc:spChg>
      </pc:sldChg>
      <pc:sldChg chg="modSp new mod">
        <pc:chgData name="Luan Ngo-Tran" userId="87de875dbe9bca84" providerId="LiveId" clId="{365426F9-E57A-448B-9110-0BD003D4A1A4}" dt="2024-07-18T06:26:07.235" v="434" actId="20577"/>
        <pc:sldMkLst>
          <pc:docMk/>
          <pc:sldMk cId="4084679554" sldId="259"/>
        </pc:sldMkLst>
        <pc:spChg chg="mod">
          <ac:chgData name="Luan Ngo-Tran" userId="87de875dbe9bca84" providerId="LiveId" clId="{365426F9-E57A-448B-9110-0BD003D4A1A4}" dt="2024-07-18T06:26:07.235" v="434" actId="20577"/>
          <ac:spMkLst>
            <pc:docMk/>
            <pc:sldMk cId="4084679554" sldId="259"/>
            <ac:spMk id="2" creationId="{BFA18E37-F8A5-56BE-E9A9-CC9DD2063A06}"/>
          </ac:spMkLst>
        </pc:spChg>
      </pc:sldChg>
      <pc:sldChg chg="modSp new mod">
        <pc:chgData name="Luan Ngo-Tran" userId="87de875dbe9bca84" providerId="LiveId" clId="{365426F9-E57A-448B-9110-0BD003D4A1A4}" dt="2024-07-18T06:26:27.902" v="513" actId="20577"/>
        <pc:sldMkLst>
          <pc:docMk/>
          <pc:sldMk cId="153480970" sldId="260"/>
        </pc:sldMkLst>
        <pc:spChg chg="mod">
          <ac:chgData name="Luan Ngo-Tran" userId="87de875dbe9bca84" providerId="LiveId" clId="{365426F9-E57A-448B-9110-0BD003D4A1A4}" dt="2024-07-18T06:26:27.902" v="513" actId="20577"/>
          <ac:spMkLst>
            <pc:docMk/>
            <pc:sldMk cId="153480970" sldId="260"/>
            <ac:spMk id="2" creationId="{9C9DEECD-6AC1-E3E5-AB78-DE3A1C04AC32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67AB8-4D4E-ECB3-AA2E-DF09FF253D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B4947F-6021-51BD-E9EE-01E678F4AC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20967F-92F8-A881-4836-F06419EA08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C5DF5-D6B6-449A-990D-73156920518E}" type="datetimeFigureOut">
              <a:rPr lang="en-US" smtClean="0"/>
              <a:t>7/18/2024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191B05-5CDE-98D5-7EC6-ABC804F5CC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682156-3B01-6502-E273-7347D87778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2AE58-4EAC-4587-B4E6-CCB45DF10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8113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DA40A0-144D-732C-7FB8-B9ADA8455E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B8C3FD-1F8A-F9B7-6EB6-9A9BDCEDF6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1445E7-ECA5-8CE1-391B-C7E663703F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C5DF5-D6B6-449A-990D-73156920518E}" type="datetimeFigureOut">
              <a:rPr lang="en-US" smtClean="0"/>
              <a:t>7/18/2024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61D1E2-B126-BA3A-50A5-67662409A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04CC36-6860-3536-3DEE-33AB1CFAC3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2AE58-4EAC-4587-B4E6-CCB45DF10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0113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887CC-CA6C-028D-ECB2-EF0CCE2597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B877D6-3A53-320D-B924-03C7C987E2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3E4A96-6626-2A53-6C4C-75B600AFAB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C5DF5-D6B6-449A-990D-73156920518E}" type="datetimeFigureOut">
              <a:rPr lang="en-US" smtClean="0"/>
              <a:t>7/18/2024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12D22F-E077-4A1C-2108-4A397F9239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8943CB-B072-BF81-B8A6-211E125CB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2AE58-4EAC-4587-B4E6-CCB45DF10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38387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8A860D-FC91-51A9-BB2A-70D440B78A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5D7680-E2CC-6AB9-A80F-13E0C12C8A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03BB74-5E43-D034-7024-EB54AE829E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6F2BBF-717C-B3CD-2A85-EA5EC7AC9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C5DF5-D6B6-449A-990D-73156920518E}" type="datetimeFigureOut">
              <a:rPr lang="en-US" smtClean="0"/>
              <a:t>7/18/2024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02847A-A72B-FB8B-00AA-2B95D2C9B7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B5300E-C736-B709-D080-DBD4AFFB6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2AE58-4EAC-4587-B4E6-CCB45DF10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66349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3AEBE-B1CB-05A9-FBB0-07E408670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8A2DB3-C6AC-54F4-1E68-F9A7BEA5D4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24325D-6EC4-06D2-D620-75DBF16825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E3EB57-1F80-6DFF-9801-95DD750B46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21F054-2377-2C24-3218-93C59A6339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26C497-EA48-A4EC-72C2-E83036833F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C5DF5-D6B6-449A-990D-73156920518E}" type="datetimeFigureOut">
              <a:rPr lang="en-US" smtClean="0"/>
              <a:t>7/18/2024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8B8286A-DB5F-F7CC-764A-1699908E39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9442FE3-02CF-3305-735D-C2BA9B837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2AE58-4EAC-4587-B4E6-CCB45DF10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2716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C2E7E-0AD3-38C6-25F2-AB25A85F7D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28CF54-423E-A7F1-2703-8292F3E33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C5DF5-D6B6-449A-990D-73156920518E}" type="datetimeFigureOut">
              <a:rPr lang="en-US" smtClean="0"/>
              <a:t>7/18/2024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709569-A728-F642-496E-BE3620909B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8D9525-2C65-52E2-03E3-B4156FB2F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2AE58-4EAC-4587-B4E6-CCB45DF10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6027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E3AAF95-8067-198D-49A3-F8499C5F5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C5DF5-D6B6-449A-990D-73156920518E}" type="datetimeFigureOut">
              <a:rPr lang="en-US" smtClean="0"/>
              <a:t>7/18/2024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06063E-E235-3683-7108-92EA9F62EF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4DABFA-41F8-8E1C-D450-C7AD6A527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2AE58-4EAC-4587-B4E6-CCB45DF10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1191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0D2AD-CD5E-B72B-4327-14966A0193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8F4B40-5BDD-30CB-DEA1-1F2598C602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1CAABC-62F0-C301-901E-D20EAFD82E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585EF1-80C3-8CB1-E89A-33DD0CDA1E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C5DF5-D6B6-449A-990D-73156920518E}" type="datetimeFigureOut">
              <a:rPr lang="en-US" smtClean="0"/>
              <a:t>7/18/2024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71C753-BB68-8196-1859-DA8AD7F0B7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71ED93-B41A-30F8-870B-29B6FE913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2AE58-4EAC-4587-B4E6-CCB45DF10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6743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9A0EC-B956-4AC0-2B54-51D251834B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1B1CF3-8CE8-1421-317A-A1AE96CFF2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9B3D40-D42F-26ED-DDA1-C1010254D2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E84E8C-0835-4742-BD20-FB21C71A1A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C5DF5-D6B6-449A-990D-73156920518E}" type="datetimeFigureOut">
              <a:rPr lang="en-US" smtClean="0"/>
              <a:t>7/18/2024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52DC2C-A390-5EE4-E1AE-D27D3F7CA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87D403-080D-2706-BE2B-3E1C8DC15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2AE58-4EAC-4587-B4E6-CCB45DF10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6987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98F291-F239-8C4F-B484-AA5416EB58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5C0813-32A1-0DBE-E9A7-F67D562FF6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50071A-4D18-10BC-4DD3-24A46A72D1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C5DF5-D6B6-449A-990D-73156920518E}" type="datetimeFigureOut">
              <a:rPr lang="en-US" smtClean="0"/>
              <a:t>7/18/2024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61E178-5272-2F56-E577-9D63BFE0A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EF9A7A-8C52-B50A-0D34-3C5B47DB6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2AE58-4EAC-4587-B4E6-CCB45DF10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2546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FF4E8CB-33F6-6086-903A-B1C2EDE33D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D89C08-FC97-2E86-4359-66BF16F2C5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3042C6-B7B1-953F-DF0E-089FE3B44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C5DF5-D6B6-449A-990D-73156920518E}" type="datetimeFigureOut">
              <a:rPr lang="en-US" smtClean="0"/>
              <a:t>7/18/2024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E960D8-CC2F-C397-DB16-3F378E81D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A71820-F90D-0B5F-78CF-3DDC4A8C9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2AE58-4EAC-4587-B4E6-CCB45DF10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4895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904FE49-B598-757D-19AD-FDC502CCEC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5580E2-B557-4D9F-0725-2C729B36BB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092631-2EED-43F6-84B2-C4E1B1E4B3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1C5DF5-D6B6-449A-990D-73156920518E}" type="datetimeFigureOut">
              <a:rPr lang="en-US" smtClean="0"/>
              <a:t>7/18/2024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B30ED0-0ECD-7727-E348-27C569CC98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00E63C-20B6-CEE2-C33D-95456B0B8A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F2AE58-4EAC-4587-B4E6-CCB45DF10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4153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Video 4" descr="Skyscrapers And Location Icons">
            <a:extLst>
              <a:ext uri="{FF2B5EF4-FFF2-40B4-BE49-F238E27FC236}">
                <a16:creationId xmlns:a16="http://schemas.microsoft.com/office/drawing/2014/main" id="{A79E5BB6-0A90-782F-6814-496013BEEBA1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t="284" r="1" b="1"/>
          <a:stretch/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4CB194-0CB7-55C7-23A1-5918E8AC61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325550"/>
            <a:ext cx="10058400" cy="357477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sz="5200" dirty="0">
                <a:solidFill>
                  <a:srgbClr val="FFFFFF"/>
                </a:solidFill>
              </a:rPr>
              <a:t>OKRs till EO 2024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8DF253-2AE2-1D7A-B51B-B2CF58619B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051" y="4072043"/>
            <a:ext cx="10058400" cy="128270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nhaadaat.com – the permanent agent of agents</a:t>
            </a:r>
          </a:p>
        </p:txBody>
      </p:sp>
    </p:spTree>
    <p:extLst>
      <p:ext uri="{BB962C8B-B14F-4D97-AF65-F5344CB8AC3E}">
        <p14:creationId xmlns:p14="http://schemas.microsoft.com/office/powerpoint/2010/main" val="1932372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05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mute="1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69C42C2-D0F4-C2CF-919D-8E524829DA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 understand all your needs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CACB52-D324-BB30-BA29-053CE78B8D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710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AADC7E-6FAA-172E-1559-FE1F153BBB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 tell you all the best properties for you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6AAC0F-FDF2-EAF5-FF41-C5872ED42F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6071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18E37-F8A5-56BE-E9A9-CC9DD2063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 will look for more information for you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C80084-39B5-7E01-A48E-CE46CDE47E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6795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9DEECD-6AC1-E3E5-AB78-DE3A1C04A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 will find out more about your tastes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F14F2A-84DF-0A1F-7438-DF185DB7D9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809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43</Words>
  <Application>Microsoft Office PowerPoint</Application>
  <PresentationFormat>Widescreen</PresentationFormat>
  <Paragraphs>6</Paragraphs>
  <Slides>5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OKRs till EO 2024</vt:lpstr>
      <vt:lpstr>I understand all your needs</vt:lpstr>
      <vt:lpstr>I tell you all the best properties for you</vt:lpstr>
      <vt:lpstr>I will look for more information for you</vt:lpstr>
      <vt:lpstr>I will find out more about your tastes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Luan Ngo-Tran</dc:creator>
  <cp:lastModifiedBy>Luan Ngo-Tran</cp:lastModifiedBy>
  <cp:revision>1</cp:revision>
  <dcterms:created xsi:type="dcterms:W3CDTF">2024-07-18T06:18:42Z</dcterms:created>
  <dcterms:modified xsi:type="dcterms:W3CDTF">2024-07-18T06:26:34Z</dcterms:modified>
</cp:coreProperties>
</file>